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65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sentence: it lets engineers upload AUTOSAR design PDFs and ask questions, getting answers with page references, using a local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 HLD documents describe components, interfaces, ports and dependencies. They are long, and the answer to one question may be spread over many pages. Ctrl+F does not answer relationship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is a web app. Objectives map to the pipeline: accept, extract, index, retrieve, generate, reference,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upload gets a database record. After extraction the backend calls index_document with fixed chunking and the MiniLM model, using FAISS. Tell staff you can state chunk size and overlap from your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This is a standard RAG architecture. Frontend, backend, processing, retrieval and LLM are separate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technology has one job. Ollama and the backend data directory are the two things to remember for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A runs once per document. Stage B runs for every question. Mention the source card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15/15 shows functional correctness, not answer accuracy. Confirm the document and page counts from your own app before presenting; they differ between report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reduces hallucination but cannot guarantee correctness. Local inference reduces data exposure but is not full privacy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to emphasise: source verification, prompt design for AUTOSAR relationships, and runtime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that the tool assists engineers. Then name the single most important next step: quantitative evaluation of retrieval, answer and citation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</a:rPr>
              <a:t>AI-Enabled AUTOSAR HLD Document Analysis Assistant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0000"/>
                </a:solidFill>
              </a:rPr>
              <a:t>A Capstone Project Technical Report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</a:rPr>
              <a:t>Submitted by: Bhuvaneshwari D  |  Register No: 227003030</a:t>
            </a:r>
            <a:endParaRPr lang="en-US" sz="1600" dirty="0"/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</a:rPr>
              <a:t>B.Tech Computer Science and Engineering</a:t>
            </a:r>
            <a:endParaRPr lang="en-US" sz="1600" dirty="0"/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</a:rPr>
              <a:t>SASTRA Deemed University, Thanjavur  |  Academic Year 2026–2027</a:t>
            </a:r>
            <a:endParaRPr lang="en-US" sz="16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4140A5-B055-ED34-D230-8BAE3A50D142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AE14D8-FFFF-9173-DB95-639FF34DF5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1. Problem Statement &amp; Intended Users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Problem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AUTOSAR HLD documents describe components, interfaces, communication and dependencies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Information is spread across many pages and sections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Finding details and relationships manually is slow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Users need answers they can verify against the original document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Tool assists analysis; it does not replace engineers or approve designs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Intended Users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Automotive software engineers: locate components, interfaces, dependencies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System architects: examine relationships between components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Students and researchers: study AUTOSAR documents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Technical reviewers: find supporting passages quickly</a:t>
            </a:r>
            <a:endParaRPr lang="en-US" sz="15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4409325-F945-3021-EE10-4CA5CE366A89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C52337-C939-1D4E-B322-6718057FDD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 Proposed Solution &amp; Objectives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Proposed Solution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Web app: upload AUTOSAR HLD PDFs and ask questions in natural language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Retrieval-Augmented Generation (RAG): answers built from retrieved passages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Locally hosted LLM (Qwen2.5 3B via Ollama)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Flask backend coordinates processing, indexing, retrieval and the LLM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Source references let users verify answers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Accept AUTOSAR HLD PDFs from users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Extract text for processing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Create searchable chunks and vector representations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Retrieve relevant content for each question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Generate answers with a local language model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Provide source references for verification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Support responsible use with human oversight</a:t>
            </a:r>
            <a:endParaRPr lang="en-US" sz="15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0E4CA6C-6211-E457-5B78-7BC736957730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C39AA4-59F0-A51C-4FBF-CE5A137308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Input Data &amp; Knowledge-Base Construction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Input Data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User-uploaded AUTOSAR HLD PDF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Stored in a dedicated uploads directory; extracted text stored separately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Database record per document: filename, size, page count, extracted text length, status, timestamps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Document content is the only knowledge source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Knowledge-Base Construction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1. Extract text from the PDF (PyMuPDF)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2. Chunk text (fixed chunking strategy)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3. Embed chunks (all-MiniLM-L6-v2)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4. Index vectors (FAISS)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5. Link index to document ID and authenticated user ID</a:t>
            </a:r>
            <a:endParaRPr lang="en-US" sz="15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E187F7A-B0C2-6379-A677-8D6FB0A1C5A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6DE795-3783-97D5-3CD5-512D5D9F74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656" y="118478"/>
            <a:ext cx="2288903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4. Solution Architecture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User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574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Upload PDF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Ask question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673352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56232" y="10972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56232" y="10972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React + Vite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Frontend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56232" y="20574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Upload, chat,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source cards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072384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55264" y="10972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55264" y="10972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Flask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Backend API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55264" y="20574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Auth, routing,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54296" y="10972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54296" y="10972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PyMuPDF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654296" y="20574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Text + page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870448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53328" y="10972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53328" y="10972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MiniLM + FAISS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053328" y="20574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Chunks, embeddings,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similarity search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452360" y="10972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0972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Ollama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qwen2.5:3b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0574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Grounded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answer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20040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Storage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SQLite (metadata) + filesystem (PDFs, extracted text, index)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320040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5488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Deployment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Docker Compose: frontend, backend, Ollama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Response to user: answer + source references (document, page, supporting text)</a:t>
            </a:r>
            <a:endParaRPr lang="en-US" sz="1400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DB8D461D-F10A-551D-D762-8A74D4A22667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9221C09-86F7-AA9E-D68C-872423A559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5. Technology Stack &amp; Deployment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468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React + Vite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User interface, dev server and build tool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Python + Flask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API and application logic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PDF processing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PyMuPDF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Extract text and page information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Embeddings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all-MiniLM-L6-v2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Convert text chunks to vectors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Vector search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FAISS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Similarity-based retrieval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LLM runtime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Ollama + qwen2.5:3b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Local answer generation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SQLite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Document metadata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Containers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Docker Compose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Run all services together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Ports: frontend 5173 (UI), Flask backend 5000, Ollama 11434. Backend data directory is mounted; Ollama models persist in a Docker volume.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110FC4-E6F2-77BA-CD8B-76311948621D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4DE47-E624-10A8-7FE9-6B3E02AB52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9"/>
            <a:ext cx="2560320" cy="832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6. End-to-End Workflow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Stage A: Document Ingestion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User uploads PDF through the frontend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Backend validates filename and extension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PDF saved under a unique generated name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PyMuPDF extracts text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Text and metadata stored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Chunk, embed (MiniLM) and index (FAISS)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Document marked processed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Stage B: Question Answering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User asks a question about a document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Question is converted to a vector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FAISS retrieves the most relevant passages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Passages + question sent to qwen2.5:3b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Model answers from the supplied context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Answer returned with source cards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User verifies against the original PDF</a:t>
            </a:r>
            <a:endParaRPr lang="en-US" sz="14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3C4F66B-9D3D-E1EB-5E6F-A28EC27192ED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5A81FE-F36A-54A2-5DC2-1037F987CB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7. Evaluation &amp; Results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14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Functional test cases (T01–T15)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 / 15 passed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Backend API routes with recorded success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 / 15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Areas tested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Login, auth profile, upload, text extraction, chat, citations, unsupported questions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PDF processing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Multiple PDFs processed, including a 171-page AUTOSAR document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Runtime evaluation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Question, answer, status, latency, retrieved passages, citations logged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Response time (local 3B model)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About 94–105 s per answer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Answer quality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Runs marked 'Not reviewed': accuracy not yet formally scored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</a:rPr>
              <a:t>Key point: a 100% functional pass rate is not a measure of answer correctness.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C196F8-8B86-F38D-965A-103EEA59161D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3BCA0D-9277-232B-878E-7A6D2C4C50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9"/>
            <a:ext cx="2560320" cy="7044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8. Responsible AI &amp; Security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Responsible AI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Answers built from retrieved document passages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Says when information is missing (e.g. MCAL not in passages)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Source cards support verification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Human review still required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Local LLM: less document data sent to external APIs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Privacy also depends on logs, permissions, network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Security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JWT / bearer-token authentication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User-scoped document queries; authorization at the backend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Filename sanitization, PDF extension check, unique filenames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Cross-user isolation tested (tested scenarios only)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To verify further: token expiry, malformed PDFs, upload limits, safe errors, HTTPS in production</a:t>
            </a:r>
            <a:endParaRPr lang="en-US" sz="14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6A5691F-D961-FEC7-0F99-314A34EF8231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C04CCF-D09E-7031-01DA-FA210D7E3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9. Innovation Highlights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Multi-document knowledge base with processing status, page count and text length visible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Local language-model integration (Qwen2.5 3B via Ollama)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AUTOSAR-focused prompt design: answers should keep related ports, interfaces and connections together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Evidence-oriented answers: source cards with document, page and supporting text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Runtime evaluation and observability: logs question, latency, retrieved passages, citations; JSON export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Modular, containerized architecture: each component can be changed independently</a:t>
            </a:r>
            <a:endParaRPr lang="en-US" sz="16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E7B7A90-D792-803B-89C2-30882AFF8D27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998C4-CC72-C914-A8A8-6B13D29A9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</a:rPr>
              <a:t>10. Conclusion &amp; Future Scope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Working document-grounded Q&amp;A assistant for AUTOSAR HLD PDFs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Upload, extract, index, retrieve and answer with sources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15/15 functional tests passed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Assists engineers; does not replace expertise or formal review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OCR, tables and diagrams; layout-aware extraction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Architecture-aware chunking; compare embedding settings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Quantitative evaluation: retrieval, answer and citation accuracy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Faster responses, background indexing, caching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Stronger security and deployment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Component and dependency reports, design-revision comparison</a:t>
            </a:r>
            <a:endParaRPr lang="en-US" sz="14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A0014F6-7A2D-9D1B-F845-B9C9A3ACC5E6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ln w="69850">
            <a:solidFill>
              <a:srgbClr val="0020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43BF4B-7E36-B14E-6453-C8ADF07820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18478"/>
            <a:ext cx="2560320" cy="951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1296</Words>
  <Application>Microsoft Office PowerPoint</Application>
  <PresentationFormat>On-screen Show 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AUTOSAR HLD Document Analysis Assistant</dc:title>
  <dc:subject>PptxGenJS Presentation</dc:subject>
  <dc:creator>PptxGenJS</dc:creator>
  <cp:lastModifiedBy>bhuvaneshwari dhanabal</cp:lastModifiedBy>
  <cp:revision>2</cp:revision>
  <dcterms:created xsi:type="dcterms:W3CDTF">2026-10-14T04:30:32Z</dcterms:created>
  <dcterms:modified xsi:type="dcterms:W3CDTF">2026-10-14T04:36:10Z</dcterms:modified>
</cp:coreProperties>
</file>